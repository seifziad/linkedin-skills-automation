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0020"/>
                </a:solidFill>
                <a:latin typeface="Aptos Display"/>
              </a:defRPr>
            </a:pPr>
            <a:r>
              <a:t>Automation &amp; API Testing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End-to-end test automation with parallel execution, retry handling, and Allure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880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0020"/>
                </a:solidFill>
              </a:defRPr>
            </a:pPr>
            <a:r>
              <a:t>UI Automation</a:t>
            </a:r>
          </a:p>
          <a:p>
            <a:pPr>
              <a:spcBef>
                <a:spcPts val="1400"/>
              </a:spcBef>
              <a:defRPr sz="1400">
                <a:solidFill>
                  <a:srgbClr val="23232A"/>
                </a:solidFill>
              </a:defRPr>
            </a:pPr>
            <a:r>
              <a:t>36 automated test cases</a:t>
            </a:r>
            <a:br/>
            <a:r>
              <a:t>Functional &amp; end-to-end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874519"/>
            <a:ext cx="2880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0020"/>
                </a:solidFill>
              </a:defRPr>
            </a:pPr>
            <a:r>
              <a:t>API Testing</a:t>
            </a:r>
          </a:p>
          <a:p>
            <a:pPr>
              <a:spcBef>
                <a:spcPts val="1400"/>
              </a:spcBef>
              <a:defRPr sz="1400">
                <a:solidFill>
                  <a:srgbClr val="23232A"/>
                </a:solidFill>
              </a:defRPr>
            </a:pPr>
            <a:r>
              <a:t>API validation integrated</a:t>
            </a:r>
            <a:br/>
            <a:r>
              <a:t>into the automation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0020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874519"/>
            <a:ext cx="2880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0020"/>
                </a:solidFill>
              </a:defRPr>
            </a:pPr>
            <a:r>
              <a:t>Reporting &amp; Reliability</a:t>
            </a:r>
          </a:p>
          <a:p>
            <a:pPr>
              <a:spcBef>
                <a:spcPts val="1400"/>
              </a:spcBef>
              <a:defRPr sz="1400">
                <a:solidFill>
                  <a:srgbClr val="23232A"/>
                </a:solidFill>
              </a:defRPr>
            </a:pPr>
            <a:r>
              <a:t>Allure reporting</a:t>
            </a:r>
            <a:br/>
            <a:r>
              <a:t>Retry analysis &amp; execution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B0020"/>
                </a:solidFill>
              </a:defRPr>
            </a:pPr>
            <a:r>
              <a:t>A scalable testing workflow that turns automated execution into measurable quality insights.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5F69"/>
                </a:solidFill>
                <a:latin typeface="Aptos"/>
              </a:defRPr>
            </a:pPr>
            <a:r>
              <a:t>Automation &amp; API Testing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0020"/>
                </a:solidFill>
                <a:latin typeface="Aptos Display"/>
              </a:defRPr>
            </a:pPr>
            <a:r>
              <a:t>Automated Test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A complete suite of functional, authentication, navigation, shopping cart, and checkout scenarios</a:t>
            </a:r>
          </a:p>
        </p:txBody>
      </p:sp>
      <p:pic>
        <p:nvPicPr>
          <p:cNvPr id="5" name="Picture 4" descr="Screenshot 2026-07-27 03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5F69"/>
                </a:solidFill>
                <a:latin typeface="Aptos"/>
              </a:defRPr>
            </a:pPr>
            <a:r>
              <a:t>36 tests passed in a single full-suite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5486400"/>
            <a:ext cx="2743200" cy="502920"/>
          </a:xfrm>
          <a:prstGeom prst="round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55961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36 / 36 PASSED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ol Thank You Slide For PowerPoint &amp; Google Slides">
            <a:extLst>
              <a:ext uri="{FF2B5EF4-FFF2-40B4-BE49-F238E27FC236}">
                <a16:creationId xmlns:a16="http://schemas.microsoft.com/office/drawing/2014/main" id="{C79EA035-1BB6-F1CE-8C1F-3E3718EB3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66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0020"/>
                </a:solidFill>
                <a:latin typeface="Aptos Display"/>
              </a:defRPr>
            </a:pPr>
            <a:r>
              <a:t>Execution Optimization</a:t>
            </a:r>
          </a:p>
        </p:txBody>
      </p:sp>
      <p:pic>
        <p:nvPicPr>
          <p:cNvPr id="5" name="Picture 4" descr="Screenshot 2026-07-27 031141.png"/>
          <p:cNvPicPr>
            <a:picLocks noChangeAspect="1"/>
          </p:cNvPicPr>
          <p:nvPr/>
        </p:nvPicPr>
        <p:blipFill>
          <a:blip r:embed="rId2"/>
          <a:srcRect l="1568" t="3016"/>
          <a:stretch>
            <a:fillRect/>
          </a:stretch>
        </p:blipFill>
        <p:spPr>
          <a:xfrm>
            <a:off x="369651" y="1042415"/>
            <a:ext cx="11288949" cy="5586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0020"/>
                </a:solidFill>
                <a:latin typeface="Aptos Display"/>
              </a:defRPr>
            </a:pPr>
            <a:r>
              <a:t>Allure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Turning test execution into clear, visual quality metrics</a:t>
            </a:r>
          </a:p>
        </p:txBody>
      </p:sp>
      <p:pic>
        <p:nvPicPr>
          <p:cNvPr id="5" name="Picture 4" descr="Screenshot 2026-07-27 031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5F69"/>
                </a:solidFill>
                <a:latin typeface="Aptos"/>
              </a:defRPr>
            </a:pPr>
            <a:r>
              <a:t>Centralized reporting for execution status, suites, features, and test trends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D9A177D4-72B7-F0E0-DA33-CD34C6BB33DE}"/>
              </a:ext>
            </a:extLst>
          </p:cNvPr>
          <p:cNvSpPr/>
          <p:nvPr/>
        </p:nvSpPr>
        <p:spPr>
          <a:xfrm>
            <a:off x="11045952" y="1325880"/>
            <a:ext cx="914400" cy="452628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D371B-9418-6F20-6742-65C22C04ADC3}"/>
              </a:ext>
            </a:extLst>
          </p:cNvPr>
          <p:cNvSpPr txBox="1"/>
          <p:nvPr/>
        </p:nvSpPr>
        <p:spPr>
          <a:xfrm>
            <a:off x="11119104" y="2971800"/>
            <a:ext cx="749808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SCAN</a:t>
            </a:r>
            <a:br>
              <a:rPr dirty="0"/>
            </a:br>
            <a:r>
              <a:rPr dirty="0"/>
              <a:t>TO</a:t>
            </a:r>
            <a:br>
              <a:rPr dirty="0"/>
            </a:br>
            <a:r>
              <a:rPr dirty="0"/>
              <a:t>EXPLORE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180415-BFF7-FFEE-19E7-F7C34773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857" y="1042416"/>
            <a:ext cx="404409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0020"/>
                </a:solidFill>
                <a:latin typeface="Aptos Display"/>
              </a:defRPr>
            </a:pPr>
            <a:r>
              <a:t>Retry Analysis &amp; Test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Identifying transient failures and distinguishing retries from actual test outcomes</a:t>
            </a:r>
          </a:p>
        </p:txBody>
      </p:sp>
      <p:pic>
        <p:nvPicPr>
          <p:cNvPr id="5" name="Picture 4" descr="Screenshot 2026-07-27 031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2697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4572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4846320"/>
            <a:ext cx="267102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0020"/>
                </a:solidFill>
              </a:defRPr>
            </a:pPr>
            <a:r>
              <a:rPr dirty="0"/>
              <a:t>Retry #1 / #2</a:t>
            </a:r>
          </a:p>
          <a:p>
            <a:pPr>
              <a:defRPr sz="1000">
                <a:solidFill>
                  <a:srgbClr val="23232A"/>
                </a:solidFill>
              </a:defRPr>
            </a:pPr>
            <a:r>
              <a:rPr dirty="0"/>
              <a:t>The framework automatically retries a test when a transient failure is detected.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572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4846319"/>
            <a:ext cx="293269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0020"/>
                </a:solidFill>
              </a:defRPr>
            </a:pPr>
            <a:r>
              <a:rPr dirty="0"/>
              <a:t>Final Result</a:t>
            </a:r>
          </a:p>
          <a:p>
            <a:pPr>
              <a:defRPr sz="1000">
                <a:solidFill>
                  <a:srgbClr val="23232A"/>
                </a:solidFill>
              </a:defRPr>
            </a:pPr>
            <a:endParaRPr lang="en-US" sz="100" dirty="0"/>
          </a:p>
          <a:p>
            <a:pPr>
              <a:defRPr sz="1000">
                <a:solidFill>
                  <a:srgbClr val="23232A"/>
                </a:solidFill>
              </a:defRPr>
            </a:pPr>
            <a:r>
              <a:rPr dirty="0"/>
              <a:t>The final execution status is reported separately from intermediate retry attempts.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4572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4835723"/>
            <a:ext cx="281499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0020"/>
                </a:solidFill>
              </a:defRPr>
            </a:pPr>
            <a:r>
              <a:rPr dirty="0"/>
              <a:t>Traceability</a:t>
            </a:r>
          </a:p>
          <a:p>
            <a:pPr>
              <a:defRPr sz="1000">
                <a:solidFill>
                  <a:srgbClr val="23232A"/>
                </a:solidFill>
              </a:defRPr>
            </a:pPr>
            <a:r>
              <a:rPr dirty="0"/>
              <a:t>The console output preserves the test name, retry sequence, and final verification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5F69"/>
                </a:solidFill>
                <a:latin typeface="Aptos"/>
              </a:defRPr>
            </a:pPr>
            <a:r>
              <a:t>Automation &amp; API Testing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200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nehad mohammed osman  bakery</cp:lastModifiedBy>
  <cp:revision>5</cp:revision>
  <dcterms:created xsi:type="dcterms:W3CDTF">2013-01-27T09:14:16Z</dcterms:created>
  <dcterms:modified xsi:type="dcterms:W3CDTF">2026-07-27T18:34:49Z</dcterms:modified>
  <cp:category/>
</cp:coreProperties>
</file>