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720000">
            <a:off x="8869680" y="-548640"/>
            <a:ext cx="3840480" cy="8229600"/>
          </a:xfrm>
          <a:prstGeom prst="rect">
            <a:avLst/>
          </a:prstGeom>
          <a:solidFill>
            <a:srgbClr val="123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9784080" y="-457200"/>
            <a:ext cx="2743200" cy="77724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5074920"/>
            <a:ext cx="1280160" cy="73152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74BEE8"/>
                </a:solidFill>
                <a:latin typeface="Aptos Display"/>
              </a:defRPr>
            </a:pPr>
            <a:r>
              <a:t>AUTOMATION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Automating My</a:t>
            </a:r>
            <a:br/>
            <a:r>
              <a:t>LinkedIn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ED2E4"/>
                </a:solidFill>
                <a:latin typeface="Aptos"/>
              </a:defRPr>
            </a:pPr>
            <a:r>
              <a:t>A data-driven Selenium automation project for managing LinkedIn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5943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6AFC6"/>
                </a:solidFill>
                <a:latin typeface="Aptos"/>
              </a:defRPr>
            </a:pPr>
            <a:r>
              <a:t>Java  •  Selenium WebDriver  •  TestNG  • 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874519"/>
            <a:ext cx="2057400" cy="2057400"/>
          </a:xfrm>
          <a:prstGeom prst="roundRect">
            <a:avLst>
              <a:gd name="adj" fmla="val 12000"/>
            </a:avLst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2148840"/>
            <a:ext cx="1691640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600" b="1">
                <a:solidFill>
                  <a:srgbClr val="FFFFFF"/>
                </a:solidFill>
                <a:latin typeface="Arial"/>
              </a:defRPr>
            </a:pPr>
            <a:r>
              <a:t>in</a:t>
            </a:r>
          </a:p>
        </p:txBody>
      </p:sp>
      <p:sp>
        <p:nvSpPr>
          <p:cNvPr id="11" name="Oval 10"/>
          <p:cNvSpPr/>
          <p:nvPr/>
        </p:nvSpPr>
        <p:spPr>
          <a:xfrm>
            <a:off x="8503920" y="48006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35640" y="512064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84280" y="9144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38160" y="914400"/>
            <a:ext cx="146304" cy="146304"/>
          </a:xfrm>
          <a:prstGeom prst="ellipse">
            <a:avLst/>
          </a:prstGeom>
          <a:solidFill>
            <a:srgbClr val="74B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577072" y="4873752"/>
            <a:ext cx="2331720" cy="320040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29600" y="987552"/>
            <a:ext cx="1143000" cy="978408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10881360" y="987552"/>
            <a:ext cx="576072" cy="978408"/>
          </a:xfrm>
          <a:prstGeom prst="line">
            <a:avLst/>
          </a:prstGeom>
          <a:ln w="15240">
            <a:solidFill>
              <a:srgbClr val="4589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5440680"/>
            <a:ext cx="2651760" cy="530352"/>
          </a:xfrm>
          <a:prstGeom prst="roundRect">
            <a:avLst/>
          </a:prstGeom>
          <a:solidFill>
            <a:srgbClr val="12375E"/>
          </a:solidFill>
          <a:ln w="12700">
            <a:solidFill>
              <a:srgbClr val="458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BF5"/>
                </a:solidFill>
                <a:latin typeface="Aptos"/>
              </a:defRPr>
            </a:pPr>
            <a:r>
              <a:t>AUTOMATE  →  REPEAT  →  SCALE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