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120000">
            <a:off x="8138160" y="-548640"/>
            <a:ext cx="4572000" cy="2011680"/>
          </a:xfrm>
          <a:prstGeom prst="rect">
            <a:avLst/>
          </a:prstGeom>
          <a:solidFill>
            <a:srgbClr val="18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480000">
            <a:off x="-731520" y="5394960"/>
            <a:ext cx="4389120" cy="1828800"/>
          </a:xfrm>
          <a:prstGeom prst="rect">
            <a:avLst/>
          </a:prstGeom>
          <a:solidFill>
            <a:srgbClr val="13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2254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8F2EC"/>
                </a:solidFill>
                <a:latin typeface="Aptos Display"/>
              </a:defRPr>
            </a:pPr>
            <a:r>
              <a:rPr dirty="0"/>
              <a:t>Introducing </a:t>
            </a:r>
            <a:r>
              <a:rPr lang="en-US" dirty="0"/>
              <a:t>UI Tool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AA396"/>
                </a:solidFill>
                <a:latin typeface="Aptos"/>
              </a:defRPr>
            </a:pPr>
            <a:r>
              <a:t>A lightweight UI for building and running a LinkedIn skills automation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7543800" cy="4983480"/>
          </a:xfrm>
          <a:prstGeom prst="roundRect">
            <a:avLst>
              <a:gd name="adj" fmla="val 4000"/>
            </a:avLst>
          </a:prstGeom>
          <a:solidFill>
            <a:srgbClr val="15201C"/>
          </a:solidFill>
          <a:ln w="15240"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7120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8F2EC"/>
                </a:solidFill>
                <a:latin typeface="Aptos Display"/>
              </a:defRPr>
            </a:pPr>
            <a:r>
              <a:rPr dirty="0">
                <a:solidFill>
                  <a:srgbClr val="E8F2EC"/>
                </a:solidFill>
              </a:rPr>
              <a:t>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66420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DFFA8"/>
                </a:solidFill>
                <a:latin typeface="Aptos Display"/>
              </a:defRPr>
            </a:pPr>
            <a:r>
              <a:t>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AA396"/>
                </a:solidFill>
                <a:latin typeface="Aptos"/>
              </a:defRPr>
            </a:pPr>
            <a:r>
              <a:t>Build your LinkedIn skills run — pick sources, then watch the live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37360"/>
            <a:ext cx="1325880" cy="411480"/>
          </a:xfrm>
          <a:prstGeom prst="roundRect">
            <a:avLst/>
          </a:prstGeom>
          <a:solidFill>
            <a:srgbClr val="FF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1406"/>
                </a:solidFill>
                <a:latin typeface="Aptos"/>
              </a:defRPr>
            </a:pPr>
            <a:r>
              <a:t>Run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0320"/>
            <a:ext cx="3456432" cy="1874519"/>
          </a:xfrm>
          <a:prstGeom prst="roundRect">
            <a:avLst/>
          </a:prstGeom>
          <a:solidFill>
            <a:srgbClr val="1C2A24"/>
          </a:solidFill>
          <a:ln w="10160"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7408" y="2560320"/>
            <a:ext cx="3456432" cy="1874519"/>
          </a:xfrm>
          <a:prstGeom prst="roundRect">
            <a:avLst/>
          </a:prstGeom>
          <a:solidFill>
            <a:srgbClr val="1C2A24"/>
          </a:solidFill>
          <a:ln w="10160"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AA396"/>
                </a:solidFill>
                <a:latin typeface="Aptos"/>
              </a:defRPr>
            </a:pPr>
            <a:r>
              <a:t>1 · SKILLS TO ADD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697479"/>
            <a:ext cx="274320" cy="228600"/>
          </a:xfrm>
          <a:prstGeom prst="roundRect">
            <a:avLst/>
          </a:prstGeom>
          <a:solidFill>
            <a:srgbClr val="1C3228"/>
          </a:solidFill>
          <a:ln>
            <a:solidFill>
              <a:srgbClr val="3DF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3DFFA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127248"/>
            <a:ext cx="2331720" cy="347472"/>
          </a:xfrm>
          <a:prstGeom prst="roundRect">
            <a:avLst/>
          </a:prstGeom>
          <a:solidFill>
            <a:srgbClr val="0E1412"/>
          </a:solidFill>
          <a:ln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8AA396"/>
                </a:solidFill>
                <a:latin typeface="Aptos"/>
              </a:defRPr>
            </a:pPr>
            <a:r>
              <a:t>e.g. Software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3127248"/>
            <a:ext cx="566928" cy="347472"/>
          </a:xfrm>
          <a:prstGeom prst="roundRect">
            <a:avLst/>
          </a:prstGeom>
          <a:solidFill>
            <a:srgbClr val="3DF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62016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584448"/>
            <a:ext cx="2971800" cy="310896"/>
          </a:xfrm>
          <a:prstGeom prst="roundRect">
            <a:avLst/>
          </a:prstGeom>
          <a:solidFill>
            <a:srgbClr val="0E1412"/>
          </a:solidFill>
          <a:ln>
            <a:solidFill>
              <a:srgbClr val="30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16152" y="3621024"/>
            <a:ext cx="1188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E8F2EC"/>
                </a:solidFill>
                <a:latin typeface="Aptos"/>
              </a:defRPr>
            </a:pPr>
            <a:r>
              <a:t>Software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621024"/>
            <a:ext cx="13258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">
                <a:solidFill>
                  <a:srgbClr val="8AA396"/>
                </a:solidFill>
                <a:latin typeface="Aptos"/>
              </a:defRPr>
            </a:pPr>
            <a:r>
              <a:t>Software Testing Diploma · ISTQB · METI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977639"/>
            <a:ext cx="2971800" cy="310896"/>
          </a:xfrm>
          <a:prstGeom prst="roundRect">
            <a:avLst/>
          </a:prstGeom>
          <a:solidFill>
            <a:srgbClr val="0E1412"/>
          </a:solidFill>
          <a:ln>
            <a:solidFill>
              <a:srgbClr val="30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6152" y="4014215"/>
            <a:ext cx="1188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E8F2EC"/>
                </a:solidFill>
                <a:latin typeface="Aptos"/>
              </a:defRPr>
            </a:pPr>
            <a:r>
              <a:t>Test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014215"/>
            <a:ext cx="13258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">
                <a:solidFill>
                  <a:srgbClr val="8AA396"/>
                </a:solidFill>
                <a:latin typeface="Aptos"/>
              </a:defRPr>
            </a:pPr>
            <a:r>
              <a:t>Software Testing Diploma · ISTQB · METI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27432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AA396"/>
                </a:solidFill>
                <a:latin typeface="Aptos"/>
              </a:defRPr>
            </a:pPr>
            <a:r>
              <a:t>2 · 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0608" y="2697479"/>
            <a:ext cx="640080" cy="228600"/>
          </a:xfrm>
          <a:prstGeom prst="roundRect">
            <a:avLst/>
          </a:prstGeom>
          <a:solidFill>
            <a:srgbClr val="1C3228"/>
          </a:solidFill>
          <a:ln>
            <a:solidFill>
              <a:srgbClr val="3DF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50">
                <a:solidFill>
                  <a:srgbClr val="3DFFA8"/>
                </a:solidFill>
                <a:latin typeface="Aptos"/>
              </a:defRPr>
            </a:pPr>
            <a:r>
              <a:t>dropdown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6008" y="3127248"/>
            <a:ext cx="2971800" cy="347472"/>
          </a:xfrm>
          <a:prstGeom prst="roundRect">
            <a:avLst/>
          </a:prstGeom>
          <a:solidFill>
            <a:srgbClr val="0E1412"/>
          </a:solidFill>
          <a:ln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8AA396"/>
                </a:solidFill>
                <a:latin typeface="Aptos"/>
              </a:defRPr>
            </a:pPr>
            <a:r>
              <a:t>Select a source to attach…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8" y="3584448"/>
            <a:ext cx="777240" cy="246888"/>
          </a:xfrm>
          <a:prstGeom prst="roundRect">
            <a:avLst/>
          </a:prstGeom>
          <a:solidFill>
            <a:srgbClr val="183226"/>
          </a:solidFill>
          <a:ln>
            <a:solidFill>
              <a:srgbClr val="3DF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B9FFE0"/>
                </a:solidFill>
                <a:latin typeface="Aptos"/>
              </a:defRPr>
            </a:pPr>
            <a:r>
              <a:t>Diploma 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584448"/>
            <a:ext cx="713232" cy="246888"/>
          </a:xfrm>
          <a:prstGeom prst="roundRect">
            <a:avLst/>
          </a:prstGeom>
          <a:solidFill>
            <a:srgbClr val="183226"/>
          </a:solidFill>
          <a:ln>
            <a:solidFill>
              <a:srgbClr val="3DF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B9FFE0"/>
                </a:solidFill>
                <a:latin typeface="Aptos"/>
              </a:defRPr>
            </a:pPr>
            <a:r>
              <a:t>ISTQB 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3584448"/>
            <a:ext cx="713232" cy="246888"/>
          </a:xfrm>
          <a:prstGeom prst="roundRect">
            <a:avLst/>
          </a:prstGeom>
          <a:solidFill>
            <a:srgbClr val="183226"/>
          </a:solidFill>
          <a:ln>
            <a:solidFill>
              <a:srgbClr val="3DF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B9FFE0"/>
                </a:solidFill>
                <a:latin typeface="Aptos"/>
              </a:defRPr>
            </a:pPr>
            <a:r>
              <a:t>METI 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3913631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8AA396"/>
                </a:solidFill>
                <a:latin typeface="Aptos"/>
              </a:defRPr>
            </a:pPr>
            <a:r>
              <a:t>Selected sources are attached to the next skill you add.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6008" y="4187952"/>
            <a:ext cx="914400" cy="274320"/>
          </a:xfrm>
          <a:prstGeom prst="roundRect">
            <a:avLst/>
          </a:prstGeom>
          <a:solidFill>
            <a:srgbClr val="15201C"/>
          </a:solidFill>
          <a:ln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20">
                <a:solidFill>
                  <a:srgbClr val="E8F2EC"/>
                </a:solidFill>
                <a:latin typeface="Aptos"/>
              </a:defRPr>
            </a:pPr>
            <a:r>
              <a:t>Clear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41848" y="4187952"/>
            <a:ext cx="1417320" cy="274320"/>
          </a:xfrm>
          <a:prstGeom prst="roundRect">
            <a:avLst/>
          </a:prstGeom>
          <a:solidFill>
            <a:srgbClr val="15201C"/>
          </a:solidFill>
          <a:ln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20">
                <a:solidFill>
                  <a:srgbClr val="E8F2EC"/>
                </a:solidFill>
                <a:latin typeface="Aptos"/>
              </a:defRPr>
            </a:pPr>
            <a:r>
              <a:t>Download skills.JSON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663440"/>
            <a:ext cx="6995160" cy="1417320"/>
          </a:xfrm>
          <a:prstGeom prst="roundRect">
            <a:avLst/>
          </a:prstGeom>
          <a:solidFill>
            <a:srgbClr val="070B09"/>
          </a:solidFill>
          <a:ln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8680" y="4663440"/>
            <a:ext cx="6995160" cy="329184"/>
          </a:xfrm>
          <a:prstGeom prst="rect">
            <a:avLst/>
          </a:prstGeom>
          <a:solidFill>
            <a:srgbClr val="10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9848" y="4782312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34439" y="4782312"/>
            <a:ext cx="73152" cy="73152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399031" y="4782312"/>
            <a:ext cx="73152" cy="73152"/>
          </a:xfrm>
          <a:prstGeom prst="ellipse">
            <a:avLst/>
          </a:prstGeom>
          <a:solidFill>
            <a:srgbClr val="3DF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37360" y="473659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8AA396"/>
                </a:solidFill>
                <a:latin typeface="Consolas"/>
              </a:defRPr>
            </a:pPr>
            <a:r>
              <a:t>live process · skillforge-runner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38927"/>
            <a:ext cx="62179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>
                <a:solidFill>
                  <a:srgbClr val="9DB7AA"/>
                </a:solidFill>
                <a:latin typeface="Consolas"/>
              </a:defRPr>
            </a:pPr>
            <a:r>
              <a:t>Ready. Add skills, choose sources, then press Run automation.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303519"/>
            <a:ext cx="62179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>
                <a:solidFill>
                  <a:srgbClr val="9DB7AA"/>
                </a:solidFill>
                <a:latin typeface="Consolas"/>
              </a:defRPr>
            </a:pPr>
            <a:r>
              <a:t>Starting LinkedIn skills automation…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468112"/>
            <a:ext cx="62179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>
                <a:solidFill>
                  <a:srgbClr val="9DB7AA"/>
                </a:solidFill>
                <a:latin typeface="Consolas"/>
              </a:defRPr>
            </a:pPr>
            <a:r>
              <a:t>Typing skill: Software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632703"/>
            <a:ext cx="62179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>
                <a:solidFill>
                  <a:srgbClr val="3DFFA8"/>
                </a:solidFill>
                <a:latin typeface="Consolas"/>
              </a:defRPr>
            </a:pPr>
            <a:r>
              <a:t>✓ Skill "Software Testing" added successfully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797295"/>
            <a:ext cx="62179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>
                <a:solidFill>
                  <a:srgbClr val="3DFFA8"/>
                </a:solidFill>
                <a:latin typeface="Consolas"/>
              </a:defRPr>
            </a:pPr>
            <a:r>
              <a:t>BUILD SUCCESS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1554480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8F2EC"/>
                </a:solidFill>
                <a:latin typeface="Aptos Display"/>
              </a:defRPr>
            </a:pPr>
            <a:r>
              <a:t>From manual updates</a:t>
            </a:r>
            <a:br/>
            <a:r>
              <a:t>to a repeatable workflow</a:t>
            </a:r>
          </a:p>
        </p:txBody>
      </p:sp>
      <p:sp>
        <p:nvSpPr>
          <p:cNvPr id="44" name="Oval 43"/>
          <p:cNvSpPr/>
          <p:nvPr/>
        </p:nvSpPr>
        <p:spPr>
          <a:xfrm>
            <a:off x="8549640" y="2606040"/>
            <a:ext cx="438912" cy="438912"/>
          </a:xfrm>
          <a:prstGeom prst="ellipse">
            <a:avLst/>
          </a:prstGeom>
          <a:solidFill>
            <a:srgbClr val="3DF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201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258775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2EC"/>
                </a:solidFill>
                <a:latin typeface="Aptos"/>
              </a:defRPr>
            </a:pPr>
            <a:r>
              <a:t>Add skills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286207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A396"/>
                </a:solidFill>
                <a:latin typeface="Aptos"/>
              </a:defRPr>
            </a:pPr>
            <a:r>
              <a:t>Enter the LinkedIn skills you want to manage.</a:t>
            </a:r>
          </a:p>
        </p:txBody>
      </p:sp>
      <p:sp>
        <p:nvSpPr>
          <p:cNvPr id="47" name="Oval 46"/>
          <p:cNvSpPr/>
          <p:nvPr/>
        </p:nvSpPr>
        <p:spPr>
          <a:xfrm>
            <a:off x="8549640" y="3383280"/>
            <a:ext cx="438912" cy="438912"/>
          </a:xfrm>
          <a:prstGeom prst="ellipse">
            <a:avLst/>
          </a:prstGeom>
          <a:solidFill>
            <a:srgbClr val="3DF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201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1432" y="336499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2EC"/>
                </a:solidFill>
                <a:latin typeface="Aptos"/>
              </a:defRPr>
            </a:pPr>
            <a:r>
              <a:t>Attach sources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432" y="3639312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A396"/>
                </a:solidFill>
                <a:latin typeface="Aptos"/>
              </a:defRPr>
            </a:pPr>
            <a:r>
              <a:rPr dirty="0"/>
              <a:t>Connect each skill to its relevant experience or certification.</a:t>
            </a:r>
          </a:p>
        </p:txBody>
      </p:sp>
      <p:sp>
        <p:nvSpPr>
          <p:cNvPr id="50" name="Oval 49"/>
          <p:cNvSpPr/>
          <p:nvPr/>
        </p:nvSpPr>
        <p:spPr>
          <a:xfrm>
            <a:off x="8549640" y="4160520"/>
            <a:ext cx="438912" cy="438912"/>
          </a:xfrm>
          <a:prstGeom prst="ellipse">
            <a:avLst/>
          </a:prstGeom>
          <a:solidFill>
            <a:srgbClr val="3DF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20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1432" y="414223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2EC"/>
                </a:solidFill>
                <a:latin typeface="Aptos"/>
              </a:defRPr>
            </a:pPr>
            <a:r>
              <a:t>Export 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1432" y="441655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A396"/>
                </a:solidFill>
                <a:latin typeface="Aptos"/>
              </a:defRPr>
            </a:pPr>
            <a:r>
              <a:t>Generate the structured skills.JSON test-data file.</a:t>
            </a:r>
          </a:p>
        </p:txBody>
      </p:sp>
      <p:sp>
        <p:nvSpPr>
          <p:cNvPr id="53" name="Oval 52"/>
          <p:cNvSpPr/>
          <p:nvPr/>
        </p:nvSpPr>
        <p:spPr>
          <a:xfrm>
            <a:off x="8549640" y="4937759"/>
            <a:ext cx="438912" cy="438912"/>
          </a:xfrm>
          <a:prstGeom prst="ellipse">
            <a:avLst/>
          </a:prstGeom>
          <a:solidFill>
            <a:srgbClr val="3DF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201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71432" y="491947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2EC"/>
                </a:solidFill>
                <a:latin typeface="Aptos"/>
              </a:defRPr>
            </a:pPr>
            <a:r>
              <a:t>Run automation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71432" y="5193792"/>
            <a:ext cx="317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A396"/>
                </a:solidFill>
                <a:latin typeface="Aptos"/>
              </a:defRPr>
            </a:pPr>
            <a:r>
              <a:rPr dirty="0"/>
              <a:t>Launch the Selenium + TestNG workflow and monitor progress.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49640" y="5989320"/>
            <a:ext cx="2926080" cy="384048"/>
          </a:xfrm>
          <a:prstGeom prst="roundRect">
            <a:avLst/>
          </a:prstGeom>
          <a:solidFill>
            <a:srgbClr val="1C2A24"/>
          </a:solidFill>
          <a:ln>
            <a:solidFill>
              <a:srgbClr val="3E5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" b="1">
                <a:solidFill>
                  <a:srgbClr val="B9FFE0"/>
                </a:solidFill>
                <a:latin typeface="Aptos"/>
              </a:defRPr>
            </a:pPr>
            <a:r>
              <a:t>HTML/CSS/JS  •  JSON  •  Selenium  •  TestNG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204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nehad mohammed osman  bakery</cp:lastModifiedBy>
  <cp:revision>2</cp:revision>
  <dcterms:created xsi:type="dcterms:W3CDTF">2013-01-27T09:14:16Z</dcterms:created>
  <dcterms:modified xsi:type="dcterms:W3CDTF">2026-07-27T01:34:30Z</dcterms:modified>
  <cp:category/>
</cp:coreProperties>
</file>