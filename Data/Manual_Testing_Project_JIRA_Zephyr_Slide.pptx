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0020"/>
                </a:solidFill>
                <a:latin typeface="Aptos Display"/>
              </a:defRPr>
            </a:pPr>
            <a:r>
              <a:t>Manual Testing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  <a:latin typeface="Aptos"/>
              </a:defRPr>
            </a:pPr>
            <a:r>
              <a:t>JIRA + Zephyr Scale | Test Management • Execution • Reporting</a:t>
            </a:r>
          </a:p>
        </p:txBody>
      </p:sp>
      <p:pic>
        <p:nvPicPr>
          <p:cNvPr id="5" name="Picture 4" descr="Screenshot 2026-07-27 0315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166360" cy="2057400"/>
          </a:xfrm>
          <a:prstGeom prst="rect">
            <a:avLst/>
          </a:prstGeom>
        </p:spPr>
      </p:pic>
      <p:pic>
        <p:nvPicPr>
          <p:cNvPr id="6" name="Picture 5" descr="Screenshot 2026-07-27 0316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20440"/>
            <a:ext cx="5166360" cy="2331720"/>
          </a:xfrm>
          <a:prstGeom prst="rect">
            <a:avLst/>
          </a:prstGeom>
        </p:spPr>
      </p:pic>
      <p:pic>
        <p:nvPicPr>
          <p:cNvPr id="7" name="Picture 6" descr="Screenshot 2026-07-27 0317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325880"/>
            <a:ext cx="5166360" cy="2057400"/>
          </a:xfrm>
          <a:prstGeom prst="rect">
            <a:avLst/>
          </a:prstGeom>
        </p:spPr>
      </p:pic>
      <p:pic>
        <p:nvPicPr>
          <p:cNvPr id="8" name="Picture 7" descr="Screenshot 2026-07-27 0318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520440"/>
            <a:ext cx="5166360" cy="2331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045952" y="1325880"/>
            <a:ext cx="914400" cy="4526280"/>
          </a:xfrm>
          <a:prstGeom prst="roundRect">
            <a:avLst/>
          </a:prstGeom>
          <a:solidFill>
            <a:srgbClr val="2B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nual Testing (JIRA + Zephyr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3794760"/>
            <a:ext cx="2778544" cy="27785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19104" y="2971800"/>
            <a:ext cx="749808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SCAN</a:t>
            </a:r>
            <a:br>
              <a:rPr dirty="0"/>
            </a:br>
            <a:r>
              <a:rPr dirty="0"/>
              <a:t>TO</a:t>
            </a:r>
            <a:br>
              <a:rPr dirty="0"/>
            </a:br>
            <a:r>
              <a:rPr dirty="0"/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172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6969"/>
                </a:solidFill>
                <a:latin typeface="Aptos"/>
              </a:defRPr>
            </a:pPr>
            <a:r>
              <a:t>Designed, executed, and documented using a professional QA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nehad mohammed osman  bakery</cp:lastModifiedBy>
  <cp:revision>2</cp:revision>
  <dcterms:created xsi:type="dcterms:W3CDTF">2013-01-27T09:14:16Z</dcterms:created>
  <dcterms:modified xsi:type="dcterms:W3CDTF">2026-07-27T01:34:35Z</dcterms:modified>
  <cp:category/>
</cp:coreProperties>
</file>